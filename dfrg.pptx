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A622-E6AD-42A7-B625-40642EE90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BDE59-1FF2-42F3-9D6B-EABAAC32C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4EEDF-53D7-41EB-A466-0393400E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815C6-D145-4211-9F03-0043F455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0AD82-7819-48F9-A8C4-1A4A6573B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4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AA50-2D68-4403-A906-5D7A3212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DA7B-8AC8-47E5-B933-DD195C047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F1C68-EADC-46A8-BAF6-CCD8E4B3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073A3-A315-4634-8718-056687FB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06A1F-6B34-458C-8ED4-28B8DDA3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23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E655-AC55-4AC6-89D4-B6B894FA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D8AF9-F83C-4BB3-ABE5-E933D26BF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C7C9C-662D-4745-B740-C790A1CA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5EAD-A69B-434F-A9FD-D80D0F6C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B6468-B62A-497D-82F8-93C5C0BF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70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B3FA-645D-4AE1-9023-79402BB8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0DDA-A537-4FC9-845D-C0C105880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1FCD5-B2A0-4997-BC1F-06C558D0B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D34C1-68C2-44EA-B0C0-FDBEEF72A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EB93A-25DA-4C8F-A6F6-DA153460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448E1-2A24-4474-A492-0A312CB9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423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6B24F-6331-4FB1-99D2-21AF7CCB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58FA-96D1-4CA3-87D1-9A33ABC6F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33550-6133-4467-80D4-793A47975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4733D-5720-45D2-87BF-9C12B6FB17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DA2F9-665E-4347-A94F-8A9DD5E7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4550F-CB9C-4998-A007-AE616AA1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D32C0-58B6-4EB9-9F78-D1C95E06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4C778D-CB59-4B8E-A64D-0F4308F1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52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2B97B-687F-4F62-AAA0-7DCAA816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4FBEC-D567-4485-9D04-4B2950AC1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AC46F-7918-48F6-9954-3C165738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63258-1BA6-4575-AC57-A4AFAC08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1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0E98F-0850-4D11-AA47-9F804C64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565FA-301A-47F6-BEC6-7C53B2C2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4F6C0-FDE1-46FB-9C1A-8E28B2FB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62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FA95-75EE-4122-892A-71FDF3B31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00D4C-2103-454E-A341-8DBF3BABA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CE1DA-3732-4F54-B0B1-CD2A05AF2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56B1F-9F0A-4EAC-84E4-5D4B50E8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7FCDE-86A2-46E2-864E-4629A7F2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760AB-A09C-469D-8262-D43F97F9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019C-5FA3-4EB6-B2B5-3FBBEF61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84885-1300-4A93-BA68-EF98DD131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42762-FE4C-44A0-8FBE-ADD960114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8932D-3612-4CF2-8A26-CDCC53EC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419DD-74CF-4513-B0C4-F8238FD7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54EC4-075B-4014-9BD4-9FD3C3BB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80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84D8-05CE-47FE-BFD0-88F689D0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61E4E-F60F-4323-B18E-FE6BFBAFF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8D56-44AE-4D56-87F5-F252B5AB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324B-AB5E-4924-8C87-F8CBFA6A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2E23D-D978-4F24-875F-953E3126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47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E1B857-DE50-4EC4-A94D-91169E4F1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A7C0AD-B0E1-4B0E-8EE3-94A5A9F4E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A8A9E-BAC0-4CDF-A3CF-C997D66D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B08A1-CF30-4DAC-AFC0-AA6A8A713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F5E4-AC56-4950-AC71-7BFFF30B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07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052E25-C8BC-4963-9F1D-C3CBD2FE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69868-DD78-401B-96C6-CC252A232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52F46-EF22-448C-80E0-D71B7CD32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D4E85-B689-44B7-81F1-5DB9CDDA93FC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382E8-890E-4328-AAD5-E91B34FC1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35C72-F7C0-4361-A1CA-2FFC3788D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E23FD-0189-4030-95BF-2BBA2C32E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254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E62B3-1A7F-41F6-B37E-0CAB7ADF2C06}"/>
              </a:ext>
            </a:extLst>
          </p:cNvPr>
          <p:cNvSpPr/>
          <p:nvPr/>
        </p:nvSpPr>
        <p:spPr>
          <a:xfrm>
            <a:off x="73979" y="0"/>
            <a:ext cx="117954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1) Create a simple page with some div tags and show different ways to add CSS as well as what happens</a:t>
            </a:r>
          </a:p>
          <a:p>
            <a:r>
              <a:rPr lang="en-IN" dirty="0"/>
              <a:t>when you target the same elements with inline, internal, and external CSS. Also, utilize comments in the</a:t>
            </a:r>
          </a:p>
          <a:p>
            <a:r>
              <a:rPr lang="en-IN" dirty="0"/>
              <a:t>project where required.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FA9AB7-75DF-4C58-9DE2-E5CDEBBED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974"/>
            <a:ext cx="12192000" cy="476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3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563B4D-0A5B-483C-8867-D7A0C144FE7F}"/>
              </a:ext>
            </a:extLst>
          </p:cNvPr>
          <p:cNvSpPr/>
          <p:nvPr/>
        </p:nvSpPr>
        <p:spPr>
          <a:xfrm>
            <a:off x="588886" y="266732"/>
            <a:ext cx="11307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2) Build an HTML page with multiple paragraphs, each assigned a unique class name. Write CSS rules using</a:t>
            </a:r>
          </a:p>
          <a:p>
            <a:r>
              <a:rPr lang="en-IN" dirty="0"/>
              <a:t>class selectors to apply distinct styling to each paragraph. Follow the BEM naming convention and</a:t>
            </a:r>
          </a:p>
          <a:p>
            <a:r>
              <a:rPr lang="en-IN" dirty="0"/>
              <a:t>explain how you've named the classes.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4A3EC7-3401-43E7-BE47-32C7CF486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61" y="1426790"/>
            <a:ext cx="11896078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3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17A2E-32A0-417A-9B3C-0C37CA6EB9DA}"/>
              </a:ext>
            </a:extLst>
          </p:cNvPr>
          <p:cNvSpPr/>
          <p:nvPr/>
        </p:nvSpPr>
        <p:spPr>
          <a:xfrm>
            <a:off x="109491" y="115812"/>
            <a:ext cx="119641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3) Develop an HTML form with various input elements. Use 9SS to style the form, including setting</a:t>
            </a:r>
          </a:p>
          <a:p>
            <a:r>
              <a:rPr lang="en-IN" dirty="0"/>
              <a:t>background </a:t>
            </a:r>
            <a:r>
              <a:rPr lang="en-IN" dirty="0" err="1"/>
              <a:t>colors</a:t>
            </a:r>
            <a:r>
              <a:rPr lang="en-IN" dirty="0"/>
              <a:t> for input fields. 9reate a custom </a:t>
            </a:r>
            <a:r>
              <a:rPr lang="en-IN" dirty="0" err="1"/>
              <a:t>color</a:t>
            </a:r>
            <a:r>
              <a:rPr lang="en-IN" dirty="0"/>
              <a:t> palette for the form elements, and demonstrate</a:t>
            </a:r>
          </a:p>
          <a:p>
            <a:r>
              <a:rPr lang="en-IN" dirty="0"/>
              <a:t>how to apply opacity to one of the form sections.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7C956-168A-4DEE-AECE-DECC50C45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4916"/>
            <a:ext cx="12192000" cy="471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34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2023-11-01T07:43:27Z</dcterms:created>
  <dcterms:modified xsi:type="dcterms:W3CDTF">2023-11-01T07:43:42Z</dcterms:modified>
</cp:coreProperties>
</file>